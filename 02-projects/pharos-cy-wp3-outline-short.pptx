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replaces the high-level version from the last WP3 meeting. It gives the topic-by-topic outline of the training, the live run-of-show, the full content of the take-home package, and the mapping to WP3 and WP7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outline that was missing. Eight topics. For each: the learning content, the letter of the live block that demonstrates it, the notebooks that teach it hands-on, and the framework entry it maps to. The five topics in the original proposal are all here; filters, memory and evaluation were split out because each needs its own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brief on purpose. The two strong, direct links are T3.1 (the lab is literally the sandboxed emulator the task describes, and the take-home ends in the self-assessment) and T7.3 (modular hands-on LLM training for the three named audiences). Everything else is a lighter touch and only worth detailing if asked. Note: earlier notes said 'T3.6' for the self-assessment; the text lists T3.1–T3.4, self-assessment under T3.1.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 is settled; timing and which topics run live are open and decided closer to the event. The point of the slide is the unsafe -&gt; obvious-fix-fails -&gt; hardened rhythm, which is the same for every topic.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catalogue, tools and alternatives are in the written outline (pharos-cy-training-outline). Here: three tracks for the three T7.3 audiences, the notebook template, model handling, and what else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6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Pharos-CY  ·  WP3  ·  Secure AI Deployment training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C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PHAROS-CY  ·  WP3 MEETING  ·  SEPTEMBER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 AI Deployment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Responsible AI Systems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9C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outline of the proposed training event: what is covered, what is shown live, what participants take home, and which WP3 / WP7 tasks each part serves.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29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445752" y="1828800"/>
            <a:ext cx="3291840" cy="3291840"/>
          </a:xfrm>
          <a:prstGeom prst="ellipse">
            <a:avLst/>
          </a:prstGeom>
          <a:solidFill>
            <a:srgbClr val="F2A541">
              <a:alpha val="12000"/>
            </a:srgbClr>
          </a:solidFill>
          <a:ln w="9525">
            <a:solidFill>
              <a:srgbClr val="F2A54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02952" y="2286000"/>
            <a:ext cx="2377440" cy="2377440"/>
          </a:xfrm>
          <a:prstGeom prst="ellipse">
            <a:avLst/>
          </a:prstGeom>
          <a:solidFill>
            <a:srgbClr val="F2A541">
              <a:alpha val="24000"/>
            </a:srgbClr>
          </a:solidFill>
          <a:ln w="9525">
            <a:solidFill>
              <a:srgbClr val="F2A541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0152" y="2743200"/>
            <a:ext cx="1463040" cy="1463040"/>
          </a:xfrm>
          <a:prstGeom prst="ellipse">
            <a:avLst/>
          </a:prstGeom>
          <a:solidFill>
            <a:srgbClr val="F2A541">
              <a:alpha val="36000"/>
            </a:srgbClr>
          </a:solidFill>
          <a:ln w="9525">
            <a:solidFill>
              <a:srgbClr val="F2A541">
                <a:alpha val="4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17352" y="32004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OUTLINE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eight topics, and where each one lives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Pharos-CY  ·  WP3  ·  Secure AI Deployment training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651760"/>
                <a:gridCol w="4892040"/>
                <a:gridCol w="1051560"/>
                <a:gridCol w="208483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participants learn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6F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 versus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a model cannot reliably tell instructions from content, and why every input channel is a trust decision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02, 03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72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OWASP LLM01 · ASI01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6F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Documents and 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Provenance, source allowlists and retrieval-time checks for knowledge bases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72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OWASP LLM08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6F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Filters and guardrails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input / output filters catch, what they miss, how to measure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72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OWASP LLM01, LLM05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6F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tools and permissions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typed tools, scoped short-lived credentials, policy before action, human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06, 07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72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ASI02, ASI03 · LLM06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6F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Isolated code execution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model-generated code in hardened containers and stronger sandboxes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72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6F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and persistence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Gating, signing and reviewing what an agent stores between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72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6F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Minimisation, PII redaction, local versus cloud per data class, leakage detection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72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LLM02 · GDPR · AI Act Art. 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6F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Monitoring, evaluation, governance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Tracing, audit logs, alerting, open evaluation tools, self-assessment and incident 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11, 12, 13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72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Act Art. 9–15 · NIST AI RMF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7607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00 (setup), 01 (meet the agent) and 14 (capstone) frame the eight topics. Five optional extras cover supply chain, cost limits, multi-agent systems, self-hosted models and browser agents.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training serves WP3 and WP7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Pharos-CY  ·  WP3  ·  Secure AI Deployment training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fits two work packages directly: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5317236" cy="1920240"/>
          </a:xfrm>
          <a:prstGeom prst="roundRect">
            <a:avLst>
              <a:gd name="adj" fmla="val 3810"/>
            </a:avLst>
          </a:prstGeom>
          <a:solidFill>
            <a:srgbClr val="13262F"/>
          </a:solidFill>
          <a:ln w="12700">
            <a:solidFill>
              <a:srgbClr val="1326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WP3 · T3.1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971800"/>
            <a:ext cx="46771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is the "sandboxed emulator" the task asks for, and the pack ends in the conformity / ethics self-assessment.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23076" y="2194560"/>
            <a:ext cx="5317236" cy="1920240"/>
          </a:xfrm>
          <a:prstGeom prst="roundRect">
            <a:avLst>
              <a:gd name="adj" fmla="val 3810"/>
            </a:avLst>
          </a:prstGeom>
          <a:solidFill>
            <a:srgbClr val="13262F"/>
          </a:solidFill>
          <a:ln w="12700">
            <a:solidFill>
              <a:srgbClr val="1326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3116" y="2423160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WP7 · T7.3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643116" y="2971800"/>
            <a:ext cx="46771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Modular, hands-on LLM training for the three audiences the task names.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480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E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WP3/WP7 tasks (data access, secure environments, the Training Hub repository, guest lectures) are touched by specific notebooks — detail on request.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runs on stage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Pharos-CY  ·  WP3  ·  Secure AI Deployment training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852160" cy="4206240"/>
          </a:xfrm>
          <a:prstGeom prst="roundRect">
            <a:avLst>
              <a:gd name="adj" fmla="val 1739"/>
            </a:avLst>
          </a:prstGeom>
          <a:solidFill>
            <a:srgbClr val="13262F"/>
          </a:solidFill>
          <a:ln w="12700">
            <a:solidFill>
              <a:srgbClr val="1326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830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topic, shown the same way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688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attack on the unsafe agent — it works.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fix people reach for first — it fails.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to hardened — the same attack dies.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776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was a permission, not a cleverer prompt.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57200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C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simulated and local — mock company, mock data. Fixed seed; a recorded replay is the fallback if a model misbehaves live.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55448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topics, and how long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2057400"/>
            <a:ext cx="47823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later.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can be a short lecture over a few of the eight topics, or run the whole set — the format scales to the slot.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fixed: it is demo-led, each topic is a failure-then-fix pair, and it maps onto the take-home notebooks so anyone can redo it afterwards.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PACKAGE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notebooks, three tracks, one repository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Pharos-CY  ·  WP3  ·  Secure AI Deployment training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14344" cy="1417320"/>
          </a:xfrm>
          <a:prstGeom prst="roundRect">
            <a:avLst>
              <a:gd name="adj" fmla="val 5161"/>
            </a:avLst>
          </a:prstGeom>
          <a:solidFill>
            <a:srgbClr val="13262F"/>
          </a:solidFill>
          <a:ln w="12700">
            <a:solidFill>
              <a:srgbClr val="1326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54480"/>
            <a:ext cx="2325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057144" y="1554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 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938528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developers shipping an agent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95728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00 01 03 06 07 08 11 12 14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37304" y="1463040"/>
            <a:ext cx="3514344" cy="1417320"/>
          </a:xfrm>
          <a:prstGeom prst="roundRect">
            <a:avLst>
              <a:gd name="adj" fmla="val 5161"/>
            </a:avLst>
          </a:prstGeom>
          <a:solidFill>
            <a:srgbClr val="13262F"/>
          </a:solidFill>
          <a:ln w="12700">
            <a:solidFill>
              <a:srgbClr val="1326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5904" y="1554480"/>
            <a:ext cx="2325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845808" y="1554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65904" y="1938528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Students, early-career researchers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65904" y="2395728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00 01 02 04 05 12 13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25968" y="1463040"/>
            <a:ext cx="3514344" cy="1417320"/>
          </a:xfrm>
          <a:prstGeom prst="roundRect">
            <a:avLst>
              <a:gd name="adj" fmla="val 5161"/>
            </a:avLst>
          </a:prstGeom>
          <a:solidFill>
            <a:srgbClr val="13262F"/>
          </a:solidFill>
          <a:ln w="12700">
            <a:solidFill>
              <a:srgbClr val="1326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4568" y="1554480"/>
            <a:ext cx="2325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0634472" y="1554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54568" y="1938528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compliance. Little code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54568" y="2395728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10 13 + checklist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108960"/>
            <a:ext cx="2601468" cy="2834640"/>
          </a:xfrm>
          <a:prstGeom prst="roundRect">
            <a:avLst>
              <a:gd name="adj" fmla="val 281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200400"/>
            <a:ext cx="23271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notebook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566160"/>
            <a:ext cx="23271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in the mock company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problem (unsafe)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obvious fix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control (hardened)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on your own model / app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378708" y="3108960"/>
            <a:ext cx="2601468" cy="2834640"/>
          </a:xfrm>
          <a:prstGeom prst="roundRect">
            <a:avLst>
              <a:gd name="adj" fmla="val 281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61588" y="3200400"/>
            <a:ext cx="23271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Topics 00–14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3561588" y="3566160"/>
            <a:ext cx="23271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vs data, MCP, RAG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bake-off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tools, permissions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code execution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data protection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evaluation, governance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08776" y="3108960"/>
            <a:ext cx="2601468" cy="2834640"/>
          </a:xfrm>
          <a:prstGeom prst="roundRect">
            <a:avLst>
              <a:gd name="adj" fmla="val 281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91656" y="3200400"/>
            <a:ext cx="23271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model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6391656" y="3566160"/>
            <a:ext cx="23271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config.yaml switchboard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small local models via Ollama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own cloud API key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models: out of scope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038844" y="3108960"/>
            <a:ext cx="2601468" cy="2834640"/>
          </a:xfrm>
          <a:prstGeom prst="roundRect">
            <a:avLst>
              <a:gd name="adj" fmla="val 281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221724" y="3200400"/>
            <a:ext cx="23271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 in the box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9221724" y="3566160"/>
            <a:ext cx="23271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company (docker compose)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harness + scorecard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checklist, templates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 form (T3.1)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guide, quizzes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 AI Deployment &amp; Responsible AI Systems: detailed training outline</dc:title>
  <dc:subject>PptxGenJS Presentation</dc:subject>
  <dc:creator>Diesel</dc:creator>
  <cp:lastModifiedBy>Diesel</cp:lastModifiedBy>
  <cp:revision>1</cp:revision>
  <dcterms:created xsi:type="dcterms:W3CDTF">2026-09-25T07:13:52Z</dcterms:created>
  <dcterms:modified xsi:type="dcterms:W3CDTF">2026-09-25T07:13:52Z</dcterms:modified>
</cp:coreProperties>
</file>